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80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0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5F">
              <a:alpha val="2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73152" cy="2286000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행복을 찾아서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블록깨기 게임  ·  행복 에너지 프로젝트  |  8조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게임 링크 — 실제 주소 삽입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장현창 202311364  /  장혁 202312372  /  김상오 202311267  /  이준영 202211345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1005840"/>
            <a:ext cx="402336" cy="246888"/>
          </a:xfrm>
          <a:prstGeom prst="rect">
            <a:avLst/>
          </a:prstGeom>
          <a:solidFill>
            <a:srgbClr val="545454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33488" y="1005840"/>
            <a:ext cx="402336" cy="246888"/>
          </a:xfrm>
          <a:prstGeom prst="rect">
            <a:avLst/>
          </a:prstGeom>
          <a:solidFill>
            <a:srgbClr val="606E80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08976" y="1005840"/>
            <a:ext cx="402336" cy="246888"/>
          </a:xfrm>
          <a:prstGeom prst="rect">
            <a:avLst/>
          </a:prstGeom>
          <a:solidFill>
            <a:srgbClr val="63537F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58000" y="1325880"/>
            <a:ext cx="402336" cy="246888"/>
          </a:xfrm>
          <a:prstGeom prst="rect">
            <a:avLst/>
          </a:prstGeom>
          <a:solidFill>
            <a:srgbClr val="805252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333488" y="1325880"/>
            <a:ext cx="402336" cy="246888"/>
          </a:xfrm>
          <a:prstGeom prst="rect">
            <a:avLst/>
          </a:prstGeom>
          <a:solidFill>
            <a:srgbClr val="B8860B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808976" y="1325880"/>
            <a:ext cx="402336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818120" y="1719072"/>
            <a:ext cx="292608" cy="292608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0" y="2148840"/>
            <a:ext cx="1325880" cy="164592"/>
          </a:xfrm>
          <a:prstGeom prst="rect">
            <a:avLst/>
          </a:prstGeom>
          <a:solidFill>
            <a:srgbClr val="F9C846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시나리오 &amp; 게임 객체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65760" y="3119247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화면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777240"/>
          <a:ext cx="466344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 요소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스트레스를 정화하는 에너지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에너지를 받아내고 방향 조절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정화해야 할 부정적 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행복도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이하 → 게임 오버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보스 블록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자율이동, 5스테이지 최종 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74320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목표
</a:t>
            </a:r>
            <a:r>
              <a:rPr lang="en-US" sz="950" dirty="0">
                <a:solidFill>
                  <a:srgbClr val="F9FAFB"/>
                </a:solidFill>
              </a:rPr>
              <a:t>스트레스 정화로 마음의 평화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227832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클리어
</a:t>
            </a:r>
            <a:r>
              <a:rPr lang="en-US" sz="950" dirty="0">
                <a:solidFill>
                  <a:srgbClr val="F9FAFB"/>
                </a:solidFill>
              </a:rPr>
              <a:t>1~4 일반 + 5 보스 스테이지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181344" y="4023360"/>
            <a:ext cx="27889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846"/>
                </a:solidFill>
              </a:rPr>
              <a:t>게임 오버
</a:t>
            </a:r>
            <a:r>
              <a:rPr lang="en-US" sz="950" dirty="0">
                <a:solidFill>
                  <a:srgbClr val="F9FAFB"/>
                </a:solidFill>
              </a:rPr>
              <a:t>행복도 0 / 생명 소모 / PTSD 3분</a:t>
            </a:r>
            <a:endParaRPr lang="en-US" sz="11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6AF40F-4FA8-1E38-F641-7C03E37F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921760" cy="2205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스트레스 블록 종류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38328" y="941832"/>
            <a:ext cx="548640" cy="548640"/>
          </a:xfrm>
          <a:prstGeom prst="rect">
            <a:avLst/>
          </a:prstGeom>
          <a:solidFill>
            <a:srgbClr val="545454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스트레스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1/3/10/30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스트레스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2HS 지급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64408" y="941832"/>
            <a:ext cx="548640" cy="548640"/>
          </a:xfrm>
          <a:prstGeom prst="rect">
            <a:avLst/>
          </a:prstGeom>
          <a:solidFill>
            <a:srgbClr val="606E80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보호박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8620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트라우마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3 (고정)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충돌당 1씩만 깎임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사라지지 않음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941832"/>
            <a:ext cx="548640" cy="548640"/>
          </a:xfrm>
          <a:prstGeom prst="rect">
            <a:avLst/>
          </a:prstGeom>
          <a:solidFill>
            <a:srgbClr val="63537F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9418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12280" y="960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정신적 압박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 ×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0488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일반의 2배 HP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버티는 스트레스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38328" y="3026664"/>
            <a:ext cx="548640" cy="548640"/>
          </a:xfrm>
          <a:prstGeom prst="rect">
            <a:avLst/>
          </a:prstGeom>
          <a:solidFill>
            <a:srgbClr val="B8860B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7744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6012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일반과 동일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832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 시 5HS 지급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후련함의 스트레스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264408" y="3026664"/>
            <a:ext cx="548640" cy="548640"/>
          </a:xfrm>
          <a:prstGeom prst="rect">
            <a:avLst/>
          </a:prstGeom>
          <a:solidFill>
            <a:srgbClr val="805252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30352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무적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8620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무한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6440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무한, 파괴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 조건 제외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2907792"/>
            <a:ext cx="2743200" cy="193852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190488" y="3026664"/>
            <a:ext cx="548640" cy="548640"/>
          </a:xfrm>
          <a:prstGeom prst="rect">
            <a:avLst/>
          </a:prstGeom>
          <a:solidFill>
            <a:srgbClr val="2A2A2A"/>
          </a:solidFill>
          <a:ln w="1016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8229600" y="30266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12280" y="30449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9048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500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90488" y="39593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이동 + 방패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방향 꺾임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 에너지 특수 능력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 클리어 후 3개 중 1개 선택  ·  업그레이드 최대 4회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나눌수록 커져요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충돌마다 소형 에너지 1개 생성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00584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82312" y="114300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82312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8072" y="10515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큰 행복!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131673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크기 +50%, 정화력 +100%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피할수 없으면 즐겨라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기억(파괴불가) 블록 관통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664208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82312" y="1801368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8231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8072" y="17099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행복을 퍼트리자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8072" y="197510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시 인접 블록에 50% 스플래시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고통의 원인 제거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3초마다 최근접 블록에 저격 에너지 발사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322576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82312" y="2459736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82312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48072" y="2368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달려!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48072" y="2633472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속도 +50%, 골드 획득 +200%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20040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행복한 시작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벽 충돌 전까지 블록 관통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90872" y="2980944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782312" y="3118104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78231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302666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중요한건 꺾이지 않는 마음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48072" y="329184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 크기 -50%, 골드 획득 +150%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2004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점점더 행복해져요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30초마다 메인 에너지 1개 복제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90872" y="3639312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782312" y="3776472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78231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48072" y="36850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행복은 멈추지 않아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48072" y="395020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정화 시 에너지 반사 없이 통과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4297680"/>
            <a:ext cx="4251960" cy="57607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20040" y="4434840"/>
            <a:ext cx="292608" cy="292608"/>
          </a:xfrm>
          <a:prstGeom prst="ellipse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320040" y="4434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" y="434340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 흩뿌리기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5800" y="460857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1초마다 연사 에너지 자동 발사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행복의 조각 &amp; 상점 시스템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행복의 조각 (HS)  :  스트레스 정화 시 획득  |  일반 2HS  /  카타르시스 5HS  |  </a:t>
            </a:r>
            <a:r>
              <a:rPr lang="en-US" sz="1100" dirty="0" err="1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스테이지</a:t>
            </a:r>
            <a:r>
              <a:rPr 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넘어가도 유지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정화력 +1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50592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50592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의지 크기 +20px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26864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카타르시스 +2개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5HS  /  +5HS/구매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371600"/>
            <a:ext cx="201168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03136" y="1371600"/>
            <a:ext cx="201168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03136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생명 +1 (최대 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 고정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8595360" cy="73152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880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능력 업그레이드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능력에 추가 효과 부여  /  최대 4회  /  Lv.1~3: 10HS  /  Lv.MAX: 30HS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96596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749040"/>
            <a:ext cx="1234440" cy="548640"/>
          </a:xfrm>
          <a:prstGeom prst="rect">
            <a:avLst/>
          </a:prstGeom>
          <a:solidFill>
            <a:srgbClr val="25334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749040"/>
            <a:ext cx="1234440" cy="548640"/>
          </a:xfrm>
          <a:prstGeom prst="rect">
            <a:avLst/>
          </a:prstGeom>
          <a:solidFill>
            <a:srgbClr val="F9C846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23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능력 패널에 Lv.X / MAX 뱃지로 레벨 표시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기술적 구현 특이사항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공-패드 스핀 각도 시스템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패드를 빠르게 이동할수록 공이 꺾이는 각도가 커짐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100ms 이동 속도 평균으로 반사각에 ±45° 보정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±60°로 클램프 적용 (터널링 방지 포함)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HP 색상 시각화  (HP 비율 → 흰색 선형 보간)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고유 색상에서 흰색으로 보간 — 남은 HP 비율에 따라 밝아짐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43784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보색 테두리 자동 계산 (RGB 반전) / 1px inset으로 인접 블록 겹침 방지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기억은 globalAlpha = 0.5 반투명 처리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93008"/>
            <a:ext cx="8595360" cy="1298448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493008"/>
            <a:ext cx="54864" cy="1298448"/>
          </a:xfrm>
          <a:prstGeom prst="rect">
            <a:avLst/>
          </a:prstGeom>
          <a:solidFill>
            <a:srgbClr val="F9C84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보스 AI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3968496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0.5초마다 ±10° 랜덤 각도 변화 → 곡선으로 움직이는 듯한 효과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타격 후 bossHitPending 플래그: 벽/의지 반사 시 리셋 → 연타 방지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046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하단에 나쁜 기억 방패 부착 / 3분 초과 즉시 게임오버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8조  |  장현창(물리·FSM)  ·  장혁(상점·스트레스)  ·  김상오(테마·설정)  ·  이준영(아이템)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605</Words>
  <Application>Microsoft Office PowerPoint</Application>
  <PresentationFormat>화면 슬라이드 쇼(16:9)</PresentationFormat>
  <Paragraphs>133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행복을 찾아서</dc:title>
  <dc:subject>PptxGenJS Presentation</dc:subject>
  <dc:creator>8조</dc:creator>
  <cp:lastModifiedBy>장현창</cp:lastModifiedBy>
  <cp:revision>3</cp:revision>
  <dcterms:created xsi:type="dcterms:W3CDTF">2026-06-10T07:22:15Z</dcterms:created>
  <dcterms:modified xsi:type="dcterms:W3CDTF">2026-06-10T08:01:56Z</dcterms:modified>
</cp:coreProperties>
</file>