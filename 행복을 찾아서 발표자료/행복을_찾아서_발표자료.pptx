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C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49BDD0-955C-4530-9EE2-E11CA886AD85}" v="3" dt="2026-06-10T08:22:45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5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004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73152" cy="2286000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행복을 찾아서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블록깨기 게임  ·  행복 에너지 프로젝트  |  8조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45720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게임 링크 — 실제 주소 삽입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장현창 202311364  /  장혁 202312372  /  김상오 202311267  /  이준영 202211345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0" y="1005840"/>
            <a:ext cx="402336" cy="246888"/>
          </a:xfrm>
          <a:prstGeom prst="rect">
            <a:avLst/>
          </a:prstGeom>
          <a:solidFill>
            <a:srgbClr val="545454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333488" y="1005840"/>
            <a:ext cx="402336" cy="246888"/>
          </a:xfrm>
          <a:prstGeom prst="rect">
            <a:avLst/>
          </a:prstGeom>
          <a:solidFill>
            <a:srgbClr val="606E80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808976" y="1005840"/>
            <a:ext cx="402336" cy="246888"/>
          </a:xfrm>
          <a:prstGeom prst="rect">
            <a:avLst/>
          </a:prstGeom>
          <a:solidFill>
            <a:srgbClr val="63537F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58000" y="1325880"/>
            <a:ext cx="402336" cy="246888"/>
          </a:xfrm>
          <a:prstGeom prst="rect">
            <a:avLst/>
          </a:prstGeom>
          <a:solidFill>
            <a:srgbClr val="805252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333488" y="1325880"/>
            <a:ext cx="402336" cy="246888"/>
          </a:xfrm>
          <a:prstGeom prst="rect">
            <a:avLst/>
          </a:prstGeom>
          <a:solidFill>
            <a:srgbClr val="B8860B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808976" y="1325880"/>
            <a:ext cx="402336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818120" y="1719072"/>
            <a:ext cx="292608" cy="29260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132320" y="2148840"/>
            <a:ext cx="1325880" cy="164592"/>
          </a:xfrm>
          <a:prstGeom prst="rect">
            <a:avLst/>
          </a:prstGeom>
          <a:solidFill>
            <a:srgbClr val="F9C846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시나리오 &amp; 게임 객체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65760" y="3119247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화면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777240"/>
          <a:ext cx="466344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게임 요소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행복 에너지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스트레스를 정화하는 에너지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에너지를 받아내고 방향 조절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스트레스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정화해야 할 부정적 감정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행복도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이하 → 게임 오버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보스 블록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자율이동, 5스테이지 최종 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74320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목표
</a:t>
            </a:r>
            <a:r>
              <a:rPr lang="en-US" sz="950" dirty="0">
                <a:solidFill>
                  <a:srgbClr val="F9FAFB"/>
                </a:solidFill>
              </a:rPr>
              <a:t>스트레스 정화로 마음의 평화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27832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3227832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클리어
</a:t>
            </a:r>
            <a:r>
              <a:rPr lang="en-US" sz="950" dirty="0">
                <a:solidFill>
                  <a:srgbClr val="F9FAFB"/>
                </a:solidFill>
              </a:rPr>
              <a:t>1~4 일반 + 5 보스 스테이지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81344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6181344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게임 오버
</a:t>
            </a:r>
            <a:r>
              <a:rPr lang="en-US" sz="950" dirty="0">
                <a:solidFill>
                  <a:srgbClr val="F9FAFB"/>
                </a:solidFill>
              </a:rPr>
              <a:t>행복도 0 / 생명 소모 / PTSD 3분</a:t>
            </a:r>
            <a:endParaRPr lang="en-US" sz="11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86AF40F-4FA8-1E38-F641-7C03E37F4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3921760" cy="2205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스트레스 블록 종류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38328" y="941832"/>
            <a:ext cx="548640" cy="548640"/>
          </a:xfrm>
          <a:prstGeom prst="rect">
            <a:avLst/>
          </a:prstGeom>
          <a:solidFill>
            <a:srgbClr val="545454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스트레스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1/3/10/30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스트레스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 시 2HS 지급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64408" y="941832"/>
            <a:ext cx="548640" cy="548640"/>
          </a:xfrm>
          <a:prstGeom prst="rect">
            <a:avLst/>
          </a:prstGeom>
          <a:solidFill>
            <a:srgbClr val="606E80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303520" y="941832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03520" y="9418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보호박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8620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트라우마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3 (고정)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6440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충돌당 1씩만 깎임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사라지지 않음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90488" y="941832"/>
            <a:ext cx="548640" cy="548640"/>
          </a:xfrm>
          <a:prstGeom prst="rect">
            <a:avLst/>
          </a:prstGeom>
          <a:solidFill>
            <a:srgbClr val="63537F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229600" y="941832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9418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81228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정신적 압박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048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일반 × 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9048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일반의 2배 HP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버티는 스트레스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38328" y="3026664"/>
            <a:ext cx="548640" cy="548640"/>
          </a:xfrm>
          <a:prstGeom prst="rect">
            <a:avLst/>
          </a:prstGeom>
          <a:solidFill>
            <a:srgbClr val="B8860B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37744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37744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6012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카타르시스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일반과 동일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832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 시 5HS 지급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후련함의 스트레스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264408" y="3026664"/>
            <a:ext cx="548640" cy="548640"/>
          </a:xfrm>
          <a:prstGeom prst="rect">
            <a:avLst/>
          </a:prstGeom>
          <a:solidFill>
            <a:srgbClr val="805252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30352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30352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무적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8620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6440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무한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6440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무한, 파괴 불가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클리어 조건 제외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190488" y="3026664"/>
            <a:ext cx="548640" cy="548640"/>
          </a:xfrm>
          <a:prstGeom prst="rect">
            <a:avLst/>
          </a:prstGeom>
          <a:solidFill>
            <a:srgbClr val="2A2A2A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822960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822960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1228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9048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500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9048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이동 + 방패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0.5초마다 방향 꺾임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 에너지 특수 능력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 클리어 후 3개 중 1개 선택  ·  업그레이드 최대 4회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05156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행복은 나눌수록 커져요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31673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3회 충돌마다 소형 에너지 1개 생성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100584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82312" y="114300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82312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48072" y="105156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큰 행복!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48072" y="131673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크기 +50%, 정화력 +100%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664208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0040" y="1801368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004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170992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피할수 없으면 즐겨라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1975104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기억(파괴불가) 블록 관통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1664208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82312" y="1801368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8231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48072" y="170992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행복을 퍼트리자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48072" y="1975104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시 인접 블록에 50% 스플래시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322576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2459736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200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" y="2368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고통의 원인 제거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2633472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3초마다 최근접 블록에 저격 에너지 발사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90872" y="2322576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82312" y="2459736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82312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48072" y="2368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일단 달려!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48072" y="2633472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속도 +50%, 골드 획득 +200%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2980944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20040" y="3118104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2004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3026664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행복한 시작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3291840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벽 충돌 전까지 블록 관통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90872" y="2980944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782312" y="3118104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78231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48072" y="3026664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중요한건 꺾이지 않는 마음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48072" y="3291840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패드 크기 -50%, 골드 획득 +150%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3639312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20040" y="3776472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32004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5800" y="368503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점점더 행복해져요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5800" y="3950208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30초마다 메인 에너지 1개 복제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90872" y="3639312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782312" y="3776472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782312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48072" y="368503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행복은 멈추지 않아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48072" y="3950208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정화 시 에너지 반사 없이 통과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28600" y="429768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320040" y="443484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32004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5800" y="434340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 흩뿌리기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5800" y="460857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1초마다 연사 에너지 자동 발사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행복의 조각 &amp; 상점 시스템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행복의 조각 (HS)  :  스트레스 정화 시 획득  |  일반 2HS  /  카타르시스 5HS  |  </a:t>
            </a:r>
            <a:r>
              <a:rPr lang="en-US" sz="1100" dirty="0" err="1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</a:t>
            </a:r>
            <a:r>
              <a:rPr 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넘어가도 유지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정화력 +1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50592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450592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의지 크기 +20px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26864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26864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카타르시스 +2개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6864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803136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03136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 +1 (최대 3)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03136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30HS 고정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8595360" cy="20574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74320" y="2788920"/>
            <a:ext cx="859536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2880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능력 업그레이드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능력에 추가 효과 부여  /  최대 4회  /  Lv.1~3: 10HS  /  Lv.MAX: 30HS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6596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96596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6596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42900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2900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3749040"/>
            <a:ext cx="1234440" cy="548640"/>
          </a:xfrm>
          <a:prstGeom prst="rect">
            <a:avLst/>
          </a:prstGeom>
          <a:solidFill>
            <a:srgbClr val="F9C846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9204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 능력 패널에 Lv.X / MAX 뱃지로 레벨 표시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기술적 구현 특이사항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공-패드 스핀 각도 시스템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패드를 빠르게 이동할수록 공이 꺾이는 각도가 커짐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100ms 이동 속도 평균으로 반사각에 ±45° 보정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±60°로 클램프 적용 (터널링 방지 포함)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HP 색상 시각화  (HP 비율 → 흰색 선형 보간)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고유 색상에서 흰색으로 보간 — 남은 HP 비율에 따라 밝아짐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43784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보색 테두리 자동 계산 (RGB 반전) / 1px inset으로 인접 블록 겹침 방지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기억은 globalAlpha = 0.5 반투명 처리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93008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5844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 보스 AI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39684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0.5초마다 ±10° 랜덤 각도 변화 → 곡선으로 움직이는 듯한 효과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타격 후 bossHitPending 플래그: 벽/의지 반사 시 리셋 → 연타 방지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49884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하단에 나쁜 기억 방패 부착 / 3분 초과 즉시 게임오버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기술적 </a:t>
            </a:r>
            <a:r>
              <a:rPr lang="en-US" sz="2100" b="1" dirty="0" err="1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구현</a:t>
            </a: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100" b="1" dirty="0" err="1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특이사항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— 유한 상태 기계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변수로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관리: main / preGame / ready / playing / cleared / shop / won / gameover / paused / lifelost / settings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버튼·이벤트는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확인 후 동작 — 잘못된 상태에서의 오작동 원천 차단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→ playing ⇄ paused 전환 / lifelost → preGame → playing 복귀 / 생명 0 → gameover 직행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① — 클리어 판정 &amp; DOM 갱신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파괴 블록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카운터: 매 프레임 전체 블록 순회 없이 파괴 시 -1 → 0이 되면 즉시 클리어 판정 (O(1))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43784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altLang="ko-KR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능력치·점수</a:t>
            </a:r>
            <a:r>
              <a:rPr lang="en-US" altLang="ko-KR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플래그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능력치·점수가 변한 프레임에만 DOM 갱신 함수 호출 — 매 프레임 불필요한 렌더링 방지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색상 캐싱: HP 변화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시에만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재계산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draw에서는 저장값 재사용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93008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5844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② — DPR 대응 &amp; 반응형 캔버스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39684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ko-KR" alt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픽셀비율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배수로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캔버스 버퍼 확대 →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디스플레이에서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선명하게 렌더링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좌표계 800×500 고정 후 </a:t>
            </a:r>
            <a:r>
              <a:rPr lang="en-US" sz="105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</a:t>
            </a:r>
            <a:r>
              <a:rPr lang="ko-KR" altLang="en-US" sz="105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 </a:t>
            </a:r>
            <a:r>
              <a:rPr lang="en-US" sz="105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게임 물리 로직에 영향 없이 고해상도 대응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49884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 리사이즈 시 캔버스 래퍼 너비 동적 재계산 — 8:5 비율 유지, 화면 크기에 무관하게 레이아웃 보존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2A3B015DD7A9C419D75BA190C04D759" ma:contentTypeVersion="5" ma:contentTypeDescription="새 문서를 만듭니다." ma:contentTypeScope="" ma:versionID="0c7a1ec0cbd0da58b74f3827bcfcf791">
  <xsd:schema xmlns:xsd="http://www.w3.org/2001/XMLSchema" xmlns:xs="http://www.w3.org/2001/XMLSchema" xmlns:p="http://schemas.microsoft.com/office/2006/metadata/properties" xmlns:ns3="b2888889-e526-4345-a7d1-28ef567de598" targetNamespace="http://schemas.microsoft.com/office/2006/metadata/properties" ma:root="true" ma:fieldsID="fe16ab1acf670cd2f07f94ebd5dfe6b9" ns3:_="">
    <xsd:import namespace="b2888889-e526-4345-a7d1-28ef567de59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888889-e526-4345-a7d1-28ef567de5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2888889-e526-4345-a7d1-28ef567de598" xsi:nil="true"/>
  </documentManagement>
</p:properties>
</file>

<file path=customXml/itemProps1.xml><?xml version="1.0" encoding="utf-8"?>
<ds:datastoreItem xmlns:ds="http://schemas.openxmlformats.org/officeDocument/2006/customXml" ds:itemID="{D63929B9-2783-41D6-A850-7A262C314C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888889-e526-4345-a7d1-28ef567de5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95E72D-50CD-4B39-B538-DCC00F0B01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546D2B-5AEF-4094-B978-20A31FF6F41B}">
  <ds:schemaRefs>
    <ds:schemaRef ds:uri="http://purl.org/dc/dcmitype/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b2888889-e526-4345-a7d1-28ef567de598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771</Words>
  <Application>Microsoft Office PowerPoint</Application>
  <PresentationFormat>화면 슬라이드 쇼(16:9)</PresentationFormat>
  <Paragraphs>145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행복을 찾아서</dc:title>
  <dc:subject>PptxGenJS Presentation</dc:subject>
  <dc:creator>8조</dc:creator>
  <cp:lastModifiedBy>장현창</cp:lastModifiedBy>
  <cp:revision>8</cp:revision>
  <dcterms:created xsi:type="dcterms:W3CDTF">2026-06-10T07:22:15Z</dcterms:created>
  <dcterms:modified xsi:type="dcterms:W3CDTF">2026-06-10T08:28:27Z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0x01010082A3B015DD7A9C419D75BA190C04D759</vt:lpwstr>
  </property>
</Properties>
</file>