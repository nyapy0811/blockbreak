
<file path=[Content_Types].xml><?xml version="1.0" encoding="utf-8"?>
<Types xmlns="http://schemas.openxmlformats.org/package/2006/content-types">
  <Default Extension="gif" ContentType="image/gi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2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C8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049BDD0-955C-4530-9EE2-E11CA886AD85}" v="3" dt="2026-06-10T08:22:45.5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4610"/>
  </p:normalViewPr>
  <p:slideViewPr>
    <p:cSldViewPr snapToGrid="0" snapToObjects="1">
      <p:cViewPr varScale="1">
        <p:scale>
          <a:sx n="160" d="100"/>
          <a:sy n="160" d="100"/>
        </p:scale>
        <p:origin x="552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50045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1E3A5F">
              <a:alpha val="20000"/>
            </a:srgbClr>
          </a:solidFill>
          <a:ln w="12700">
            <a:solidFill>
              <a:srgbClr val="1E3A5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502920" y="822960"/>
            <a:ext cx="73152" cy="2286000"/>
          </a:xfrm>
          <a:prstGeom prst="rect">
            <a:avLst/>
          </a:prstGeom>
          <a:solidFill>
            <a:srgbClr val="F9C8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9FA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행복을 찾아서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731520" y="19659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블록깨기 게임  ·  행복 에너지 프로젝트  |  8조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651760"/>
            <a:ext cx="4572000" cy="50292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31520" y="26517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게임 링크 — 실제 주소 삽입 ]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74904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장현창 202311364  /  장혁 202312372  /  김상오 202311267  /  이준영 202211345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858000" y="1005840"/>
            <a:ext cx="402336" cy="246888"/>
          </a:xfrm>
          <a:prstGeom prst="rect">
            <a:avLst/>
          </a:prstGeom>
          <a:solidFill>
            <a:srgbClr val="545454"/>
          </a:solidFill>
          <a:ln w="6350">
            <a:solidFill>
              <a:srgbClr val="F9FA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7333488" y="1005840"/>
            <a:ext cx="402336" cy="246888"/>
          </a:xfrm>
          <a:prstGeom prst="rect">
            <a:avLst/>
          </a:prstGeom>
          <a:solidFill>
            <a:srgbClr val="606E80"/>
          </a:solidFill>
          <a:ln w="6350">
            <a:solidFill>
              <a:srgbClr val="F9FA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7808976" y="1005840"/>
            <a:ext cx="402336" cy="246888"/>
          </a:xfrm>
          <a:prstGeom prst="rect">
            <a:avLst/>
          </a:prstGeom>
          <a:solidFill>
            <a:srgbClr val="63537F"/>
          </a:solidFill>
          <a:ln w="6350">
            <a:solidFill>
              <a:srgbClr val="F9FA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6858000" y="1325880"/>
            <a:ext cx="402336" cy="246888"/>
          </a:xfrm>
          <a:prstGeom prst="rect">
            <a:avLst/>
          </a:prstGeom>
          <a:solidFill>
            <a:srgbClr val="805252"/>
          </a:solidFill>
          <a:ln w="6350">
            <a:solidFill>
              <a:srgbClr val="F9FA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7333488" y="1325880"/>
            <a:ext cx="402336" cy="246888"/>
          </a:xfrm>
          <a:prstGeom prst="rect">
            <a:avLst/>
          </a:prstGeom>
          <a:solidFill>
            <a:srgbClr val="B8860B"/>
          </a:solidFill>
          <a:ln w="6350">
            <a:solidFill>
              <a:srgbClr val="F9FA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7808976" y="1325880"/>
            <a:ext cx="402336" cy="246888"/>
          </a:xfrm>
          <a:prstGeom prst="rect">
            <a:avLst/>
          </a:prstGeom>
          <a:solidFill>
            <a:srgbClr val="2A2A2A"/>
          </a:solidFill>
          <a:ln w="6350">
            <a:solidFill>
              <a:srgbClr val="F9FA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7818120" y="1719072"/>
            <a:ext cx="292608" cy="292608"/>
          </a:xfrm>
          <a:prstGeom prst="ellipse">
            <a:avLst/>
          </a:prstGeom>
          <a:solidFill>
            <a:srgbClr val="F9C846"/>
          </a:solidFill>
          <a:ln w="12700">
            <a:solidFill>
              <a:srgbClr val="F9C84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7132320" y="2148840"/>
            <a:ext cx="1325880" cy="164592"/>
          </a:xfrm>
          <a:prstGeom prst="rect">
            <a:avLst/>
          </a:prstGeom>
          <a:solidFill>
            <a:srgbClr val="F9C846"/>
          </a:solidFill>
          <a:ln w="12700">
            <a:solidFill>
              <a:srgbClr val="F9FA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9FA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시나리오 &amp; 게임 객체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365760" y="3119247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게임</a:t>
            </a: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화면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06240" y="777240"/>
          <a:ext cx="4663440" cy="27432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게임 요소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실체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설명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행복 에너지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스트레스를 정화하는 에너지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의지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패드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에너지를 받아내고 방향 조절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스트레스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블록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정화해야 할 부정적 감정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행복도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점수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이하 → 게임 오버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PTSD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보스 블록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자율이동, 5스테이지 최종 적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274320" y="4023360"/>
            <a:ext cx="2788920" cy="82296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Text 5"/>
          <p:cNvSpPr/>
          <p:nvPr/>
        </p:nvSpPr>
        <p:spPr>
          <a:xfrm>
            <a:off x="274320" y="4023360"/>
            <a:ext cx="2788920" cy="8229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C846"/>
                </a:solidFill>
              </a:rPr>
              <a:t>목표
</a:t>
            </a:r>
            <a:r>
              <a:rPr lang="en-US" sz="950" dirty="0">
                <a:solidFill>
                  <a:srgbClr val="F9FAFB"/>
                </a:solidFill>
              </a:rPr>
              <a:t>스트레스 정화로 마음의 평화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227832" y="4023360"/>
            <a:ext cx="2788920" cy="82296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7"/>
          <p:cNvSpPr/>
          <p:nvPr/>
        </p:nvSpPr>
        <p:spPr>
          <a:xfrm>
            <a:off x="3227832" y="4023360"/>
            <a:ext cx="2788920" cy="8229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C846"/>
                </a:solidFill>
              </a:rPr>
              <a:t>클리어
</a:t>
            </a:r>
            <a:r>
              <a:rPr lang="en-US" sz="950" dirty="0">
                <a:solidFill>
                  <a:srgbClr val="F9FAFB"/>
                </a:solidFill>
              </a:rPr>
              <a:t>1~4 일반 + 5 보스 스테이지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181344" y="4023360"/>
            <a:ext cx="2788920" cy="82296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9"/>
          <p:cNvSpPr/>
          <p:nvPr/>
        </p:nvSpPr>
        <p:spPr>
          <a:xfrm>
            <a:off x="6181344" y="4023360"/>
            <a:ext cx="2788920" cy="8229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C846"/>
                </a:solidFill>
              </a:rPr>
              <a:t>게임 오버
</a:t>
            </a:r>
            <a:r>
              <a:rPr lang="en-US" sz="950" dirty="0">
                <a:solidFill>
                  <a:srgbClr val="F9FAFB"/>
                </a:solidFill>
              </a:rPr>
              <a:t>행복도 0 / 생명 소모 / PTSD 3분</a:t>
            </a:r>
            <a:endParaRPr lang="en-US" sz="1100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386AF40F-4FA8-1E38-F641-7C03E37F41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77240"/>
            <a:ext cx="3921760" cy="220599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9FA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스트레스 블록 종류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2743200" cy="1938528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338328" y="941832"/>
            <a:ext cx="548640" cy="548640"/>
          </a:xfrm>
          <a:prstGeom prst="rect">
            <a:avLst/>
          </a:prstGeom>
          <a:solidFill>
            <a:srgbClr val="545454"/>
          </a:solidFill>
          <a:ln w="1016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960120" y="96012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일반 스트레스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38328" y="15727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HP: 1/3/10/30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38328" y="187452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 스트레스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정화 시 2HS 지급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54680" y="822960"/>
            <a:ext cx="2743200" cy="1938528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3264408" y="941832"/>
            <a:ext cx="548640" cy="548640"/>
          </a:xfrm>
          <a:prstGeom prst="rect">
            <a:avLst/>
          </a:prstGeom>
          <a:solidFill>
            <a:srgbClr val="606E80"/>
          </a:solidFill>
          <a:ln w="1016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5303520" y="941832"/>
            <a:ext cx="502920" cy="237744"/>
          </a:xfrm>
          <a:prstGeom prst="rect">
            <a:avLst/>
          </a:prstGeom>
          <a:solidFill>
            <a:srgbClr val="F9C8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303520" y="941832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700" b="1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보호박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3886200" y="96012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트라우마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64408" y="15727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HP: 3 (고정)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264408" y="187452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충돌당 1씩만 깎임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쉽게 사라지지 않음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80760" y="822960"/>
            <a:ext cx="2743200" cy="1938528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6190488" y="941832"/>
            <a:ext cx="548640" cy="548640"/>
          </a:xfrm>
          <a:prstGeom prst="rect">
            <a:avLst/>
          </a:prstGeom>
          <a:solidFill>
            <a:srgbClr val="63537F"/>
          </a:solidFill>
          <a:ln w="1016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8229600" y="941832"/>
            <a:ext cx="502920" cy="237744"/>
          </a:xfrm>
          <a:prstGeom prst="rect">
            <a:avLst/>
          </a:prstGeom>
          <a:solidFill>
            <a:srgbClr val="F9C8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8229600" y="941832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7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강화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6812280" y="96012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정신적 압박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90488" y="15727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HP: 일반 × 2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190488" y="187452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일반의 2배 HP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버티는 스트레스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28600" y="2907792"/>
            <a:ext cx="2743200" cy="1938528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338328" y="3026664"/>
            <a:ext cx="548640" cy="548640"/>
          </a:xfrm>
          <a:prstGeom prst="rect">
            <a:avLst/>
          </a:prstGeom>
          <a:solidFill>
            <a:srgbClr val="B8860B"/>
          </a:solidFill>
          <a:ln w="1016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2377440" y="3026664"/>
            <a:ext cx="502920" cy="237744"/>
          </a:xfrm>
          <a:prstGeom prst="rect">
            <a:avLst/>
          </a:prstGeom>
          <a:solidFill>
            <a:srgbClr val="F9C8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2377440" y="3026664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보상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960120" y="304495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카타르시스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38328" y="3657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HP: 일반과 동일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38328" y="3959352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정화 시 5HS 지급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후련함의 스트레스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154680" y="2907792"/>
            <a:ext cx="2743200" cy="1938528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3264408" y="3026664"/>
            <a:ext cx="548640" cy="548640"/>
          </a:xfrm>
          <a:prstGeom prst="rect">
            <a:avLst/>
          </a:prstGeom>
          <a:solidFill>
            <a:srgbClr val="805252"/>
          </a:solidFill>
          <a:ln w="1016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5303520" y="3026664"/>
            <a:ext cx="502920" cy="237744"/>
          </a:xfrm>
          <a:prstGeom prst="rect">
            <a:avLst/>
          </a:prstGeom>
          <a:solidFill>
            <a:srgbClr val="F9C8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5303520" y="3026664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7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무적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3886200" y="304495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나쁜 기억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264408" y="3657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HP: 무한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3264408" y="3959352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 무한, 파괴 불가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클리어 조건 제외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080760" y="2907792"/>
            <a:ext cx="2743200" cy="1938528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6190488" y="3026664"/>
            <a:ext cx="548640" cy="548640"/>
          </a:xfrm>
          <a:prstGeom prst="rect">
            <a:avLst/>
          </a:prstGeom>
          <a:solidFill>
            <a:srgbClr val="2A2A2A"/>
          </a:solidFill>
          <a:ln w="1016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8229600" y="3026664"/>
            <a:ext cx="502920" cy="237744"/>
          </a:xfrm>
          <a:prstGeom prst="rect">
            <a:avLst/>
          </a:prstGeom>
          <a:solidFill>
            <a:srgbClr val="F9C8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8229600" y="3026664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7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보스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6812280" y="304495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PTSD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190488" y="3657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HP: 500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190488" y="3959352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자율 이동 + 방패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0.5초마다 방향 꺾임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9FA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행복 에너지 특수 능력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65760" y="67665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스테이지 클리어 후 3개 중 1개 선택  ·  업그레이드 최대 4회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4251960" cy="576072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292608" cy="292608"/>
          </a:xfrm>
          <a:prstGeom prst="ellipse">
            <a:avLst/>
          </a:prstGeom>
          <a:solidFill>
            <a:srgbClr val="F9C8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20040" y="1143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85800" y="1051560"/>
            <a:ext cx="3721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행복은 나눌수록 커져요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1316736"/>
            <a:ext cx="3721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3회 충돌마다 소형 에너지 1개 생성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90872" y="1005840"/>
            <a:ext cx="4251960" cy="576072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782312" y="1143000"/>
            <a:ext cx="292608" cy="292608"/>
          </a:xfrm>
          <a:prstGeom prst="ellipse">
            <a:avLst/>
          </a:prstGeom>
          <a:solidFill>
            <a:srgbClr val="F9C8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782312" y="1143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148072" y="1051560"/>
            <a:ext cx="3721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더 큰 행복!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148072" y="1316736"/>
            <a:ext cx="3721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에너지 크기 +50%, 정화력 +100%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8600" y="1664208"/>
            <a:ext cx="4251960" cy="576072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320040" y="1801368"/>
            <a:ext cx="292608" cy="292608"/>
          </a:xfrm>
          <a:prstGeom prst="ellipse">
            <a:avLst/>
          </a:prstGeom>
          <a:solidFill>
            <a:srgbClr val="F9C8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320040" y="1801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85800" y="1709928"/>
            <a:ext cx="3721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피할수 없으면 즐겨라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800" y="1975104"/>
            <a:ext cx="3721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나쁜 기억(파괴불가) 블록 관통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90872" y="1664208"/>
            <a:ext cx="4251960" cy="576072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4782312" y="1801368"/>
            <a:ext cx="292608" cy="292608"/>
          </a:xfrm>
          <a:prstGeom prst="ellipse">
            <a:avLst/>
          </a:prstGeom>
          <a:solidFill>
            <a:srgbClr val="F9C8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4782312" y="1801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148072" y="1709928"/>
            <a:ext cx="3721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행복을 퍼트리자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148072" y="1975104"/>
            <a:ext cx="3721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충돌 시 인접 블록에 50% 스플래시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28600" y="2322576"/>
            <a:ext cx="4251960" cy="576072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320040" y="2459736"/>
            <a:ext cx="292608" cy="292608"/>
          </a:xfrm>
          <a:prstGeom prst="ellipse">
            <a:avLst/>
          </a:prstGeom>
          <a:solidFill>
            <a:srgbClr val="F9C8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320040" y="24597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85800" y="2368296"/>
            <a:ext cx="3721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고통의 원인 제거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5800" y="2633472"/>
            <a:ext cx="3721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3초마다 최근접 블록에 저격 에너지 발사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90872" y="2322576"/>
            <a:ext cx="4251960" cy="576072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4782312" y="2459736"/>
            <a:ext cx="292608" cy="292608"/>
          </a:xfrm>
          <a:prstGeom prst="ellipse">
            <a:avLst/>
          </a:prstGeom>
          <a:solidFill>
            <a:srgbClr val="F9C8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4782312" y="24597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148072" y="2368296"/>
            <a:ext cx="3721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일단 달려!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148072" y="2633472"/>
            <a:ext cx="3721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에너지 속도 +50%, 골드 획득 +200%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28600" y="2980944"/>
            <a:ext cx="4251960" cy="576072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320040" y="3118104"/>
            <a:ext cx="292608" cy="292608"/>
          </a:xfrm>
          <a:prstGeom prst="ellipse">
            <a:avLst/>
          </a:prstGeom>
          <a:solidFill>
            <a:srgbClr val="F9C8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320040" y="3118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85800" y="3026664"/>
            <a:ext cx="3721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행복한 시작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85800" y="3291840"/>
            <a:ext cx="3721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첫 벽 충돌 전까지 블록 관통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690872" y="2980944"/>
            <a:ext cx="4251960" cy="576072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4782312" y="3118104"/>
            <a:ext cx="292608" cy="292608"/>
          </a:xfrm>
          <a:prstGeom prst="ellipse">
            <a:avLst/>
          </a:prstGeom>
          <a:solidFill>
            <a:srgbClr val="F9C8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4782312" y="3118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148072" y="3026664"/>
            <a:ext cx="3721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중요한건 꺾이지 않는 마음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148072" y="3291840"/>
            <a:ext cx="3721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패드 크기 -50%, 골드 획득 +150%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28600" y="3639312"/>
            <a:ext cx="4251960" cy="576072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320040" y="3776472"/>
            <a:ext cx="292608" cy="292608"/>
          </a:xfrm>
          <a:prstGeom prst="ellipse">
            <a:avLst/>
          </a:prstGeom>
          <a:solidFill>
            <a:srgbClr val="F9C8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/>
          <p:nvPr/>
        </p:nvSpPr>
        <p:spPr>
          <a:xfrm>
            <a:off x="320040" y="37764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85800" y="3685032"/>
            <a:ext cx="3721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점점더 행복해져요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85800" y="3950208"/>
            <a:ext cx="3721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30초마다 메인 에너지 1개 복제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690872" y="3639312"/>
            <a:ext cx="4251960" cy="576072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4782312" y="3776472"/>
            <a:ext cx="292608" cy="292608"/>
          </a:xfrm>
          <a:prstGeom prst="ellipse">
            <a:avLst/>
          </a:prstGeom>
          <a:solidFill>
            <a:srgbClr val="F9C8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50"/>
          <p:cNvSpPr/>
          <p:nvPr/>
        </p:nvSpPr>
        <p:spPr>
          <a:xfrm>
            <a:off x="4782312" y="37764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148072" y="3685032"/>
            <a:ext cx="3721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행복은 멈추지 않아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148072" y="3950208"/>
            <a:ext cx="3721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블록 정화 시 에너지 반사 없이 통과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228600" y="4297680"/>
            <a:ext cx="4251960" cy="576072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4"/>
          <p:cNvSpPr/>
          <p:nvPr/>
        </p:nvSpPr>
        <p:spPr>
          <a:xfrm>
            <a:off x="320040" y="4434840"/>
            <a:ext cx="292608" cy="292608"/>
          </a:xfrm>
          <a:prstGeom prst="ellipse">
            <a:avLst/>
          </a:prstGeom>
          <a:solidFill>
            <a:srgbClr val="F9C8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/>
          <p:cNvSpPr/>
          <p:nvPr/>
        </p:nvSpPr>
        <p:spPr>
          <a:xfrm>
            <a:off x="320040" y="4434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685800" y="4343400"/>
            <a:ext cx="3721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행복 흩뿌리기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685800" y="4608576"/>
            <a:ext cx="3721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1초마다 연사 에너지 자동 발사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9FA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행복의 조각 &amp; 상점 시스템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45720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274320" y="7772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행복의 조각 (HS)  :  스트레스 정화 시 획득  |  일반 2HS  /  카타르시스 5HS  |  </a:t>
            </a:r>
            <a:r>
              <a:rPr lang="en-US" sz="1100" dirty="0" err="1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스테이지</a:t>
            </a:r>
            <a:r>
              <a:rPr lang="en-US" sz="1100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100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넘어가도 유지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2011680" cy="12344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274320" y="1371600"/>
            <a:ext cx="2011680" cy="73152"/>
          </a:xfrm>
          <a:prstGeom prst="rect">
            <a:avLst/>
          </a:prstGeom>
          <a:solidFill>
            <a:srgbClr val="F9C8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274320" y="1481328"/>
            <a:ext cx="20116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정화력 +1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199339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5HS  /  +5HS/구매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50592" y="1371600"/>
            <a:ext cx="2011680" cy="12344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2450592" y="1371600"/>
            <a:ext cx="2011680" cy="73152"/>
          </a:xfrm>
          <a:prstGeom prst="rect">
            <a:avLst/>
          </a:prstGeom>
          <a:solidFill>
            <a:srgbClr val="F9C8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450592" y="1481328"/>
            <a:ext cx="20116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의지 크기 +20px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450592" y="199339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5HS  /  +5HS/구매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26864" y="1371600"/>
            <a:ext cx="2011680" cy="12344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4626864" y="1371600"/>
            <a:ext cx="2011680" cy="73152"/>
          </a:xfrm>
          <a:prstGeom prst="rect">
            <a:avLst/>
          </a:prstGeom>
          <a:solidFill>
            <a:srgbClr val="F9C8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626864" y="1481328"/>
            <a:ext cx="20116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카타르시스 +2개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26864" y="199339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5HS  /  +5HS/구매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03136" y="1371600"/>
            <a:ext cx="2011680" cy="12344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6803136" y="1371600"/>
            <a:ext cx="2011680" cy="73152"/>
          </a:xfrm>
          <a:prstGeom prst="rect">
            <a:avLst/>
          </a:prstGeom>
          <a:solidFill>
            <a:srgbClr val="F9C8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6803136" y="1481328"/>
            <a:ext cx="20116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생명 +1 (최대 3)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03136" y="199339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30HS 고정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2788920"/>
            <a:ext cx="8595360" cy="205740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274320" y="2788920"/>
            <a:ext cx="8595360" cy="73152"/>
          </a:xfrm>
          <a:prstGeom prst="rect">
            <a:avLst/>
          </a:prstGeom>
          <a:solidFill>
            <a:srgbClr val="F9C8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502920" y="288036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능력 업그레이드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02920" y="3291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선택한 능력에 추가 효과 부여  /  최대 4회  /  Lv.1~3: 10HS  /  Lv.MAX: 30HS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2920" y="3749040"/>
            <a:ext cx="1234440" cy="548640"/>
          </a:xfrm>
          <a:prstGeom prst="rect">
            <a:avLst/>
          </a:prstGeom>
          <a:solidFill>
            <a:srgbClr val="25334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502920" y="374904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Lv.1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" y="402336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10HS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965960" y="3749040"/>
            <a:ext cx="1234440" cy="548640"/>
          </a:xfrm>
          <a:prstGeom prst="rect">
            <a:avLst/>
          </a:prstGeom>
          <a:solidFill>
            <a:srgbClr val="25334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1965960" y="374904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Lv.2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965960" y="402336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10HS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429000" y="3749040"/>
            <a:ext cx="1234440" cy="548640"/>
          </a:xfrm>
          <a:prstGeom prst="rect">
            <a:avLst/>
          </a:prstGeom>
          <a:solidFill>
            <a:srgbClr val="25334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3429000" y="374904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Lv.3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429000" y="402336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10HS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92040" y="3749040"/>
            <a:ext cx="1234440" cy="548640"/>
          </a:xfrm>
          <a:prstGeom prst="rect">
            <a:avLst/>
          </a:prstGeom>
          <a:solidFill>
            <a:srgbClr val="F9C846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4892040" y="374904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892040" y="402336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30HS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492240" y="37490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보유 능력 패널에 Lv.X / MAX 뱃지로 레벨 표시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9FA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기술적 구현 특이사항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713232"/>
            <a:ext cx="8595360" cy="1298448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274320" y="713232"/>
            <a:ext cx="54864" cy="1298448"/>
          </a:xfrm>
          <a:prstGeom prst="rect">
            <a:avLst/>
          </a:prstGeom>
          <a:solidFill>
            <a:srgbClr val="F9C8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57200" y="80467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공-패드 스핀 각도 시스템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8046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패드를 빠르게 이동할수록 공이 꺾이는 각도가 커짐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453896"/>
            <a:ext cx="8046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최근 100ms 이동 속도 평균으로 반사각에 ±45° 보정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1719072"/>
            <a:ext cx="8046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최대 ±60°로 클램프 적용 (터널링 방지 포함)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2103120"/>
            <a:ext cx="8595360" cy="1298448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274320" y="2103120"/>
            <a:ext cx="54864" cy="1298448"/>
          </a:xfrm>
          <a:prstGeom prst="rect">
            <a:avLst/>
          </a:prstGeom>
          <a:solidFill>
            <a:srgbClr val="F9C8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57200" y="219456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블록 HP 색상 시각화  (HP 비율 → 흰색 선형 보간)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7200" y="2578608"/>
            <a:ext cx="8046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블록 고유 색상에서 흰색으로 보간 — 남은 HP 비율에 따라 밝아짐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2843784"/>
            <a:ext cx="8046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보색 테두리 자동 계산 (RGB 반전) / 1px inset으로 인접 블록 겹침 방지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3108960"/>
            <a:ext cx="8046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나쁜 기억은 globalAlpha = 0.5 반투명 처리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3493008"/>
            <a:ext cx="8595360" cy="1298448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274320" y="3493008"/>
            <a:ext cx="54864" cy="1298448"/>
          </a:xfrm>
          <a:prstGeom prst="rect">
            <a:avLst/>
          </a:prstGeom>
          <a:solidFill>
            <a:srgbClr val="F9C8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457200" y="3584448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PTSD 보스 AI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57200" y="3968496"/>
            <a:ext cx="8046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0.5초마다 ±10° 랜덤 각도 변화 → 곡선으로 움직이는 듯한 효과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4233672"/>
            <a:ext cx="8046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타격 후 bossHitPending 플래그: 벽/의지 반사 시 리셋 → 연타 방지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4498848"/>
            <a:ext cx="8046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하단에 나쁜 기억 방패 부착 / 3분 초과 즉시 게임오버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8조  |  장현창(물리·FSM)  ·  장혁(상점·스트레스)  ·  김상오(테마·설정)  ·  이준영(아이템)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9FA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기술적 구현 특이사항 (FSM · 최적화)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713232"/>
            <a:ext cx="8595360" cy="1298448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274320" y="713232"/>
            <a:ext cx="54864" cy="1298448"/>
          </a:xfrm>
          <a:prstGeom prst="rect">
            <a:avLst/>
          </a:prstGeom>
          <a:solidFill>
            <a:srgbClr val="F9C8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57200" y="80467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FSM — 유한 상태 기계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8046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50" dirty="0" err="1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변수로</a:t>
            </a: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상태</a:t>
            </a: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관리: main / preGame / ready / playing / cleared / shop / won / gameover / paused / lifelost / settings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453896"/>
            <a:ext cx="8046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</a:t>
            </a:r>
            <a:r>
              <a:rPr lang="en-US" sz="1050" dirty="0" err="1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버튼·이벤트는</a:t>
            </a: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상태</a:t>
            </a: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확인 후 동작 — 잘못된 상태에서의 오작동 원천 차단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1719072"/>
            <a:ext cx="8046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 → playing ⇄ paused 전환 / lifelost → preGame → playing 복귀 / 생명 0 → gameover 직행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2103120"/>
            <a:ext cx="8595360" cy="1298448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274320" y="2103120"/>
            <a:ext cx="54864" cy="1298448"/>
          </a:xfrm>
          <a:prstGeom prst="rect">
            <a:avLst/>
          </a:prstGeom>
          <a:solidFill>
            <a:srgbClr val="F9C8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57200" y="219456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최적화 ① — 클리어 판정 &amp; DOM 갱신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7200" y="2578608"/>
            <a:ext cx="8046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ko-KR" alt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파괴 블록</a:t>
            </a: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카운터: 매 프레임 전체 블록 순회 없이 파괴 시 -1 → 0이 되면 즉시 클리어 판정 (O(1))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2843784"/>
            <a:ext cx="8046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altLang="ko-KR" sz="1050" dirty="0" err="1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능력치·점수</a:t>
            </a:r>
            <a:r>
              <a:rPr lang="en-US" altLang="ko-KR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플래그</a:t>
            </a: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능력치·점수가 변한 프레임에만 DOM 갱신 함수 호출 — 매 프레임 불필요한 렌더링 방지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3108960"/>
            <a:ext cx="8046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블록 색상 캐싱: HP 변화 </a:t>
            </a:r>
            <a:r>
              <a:rPr lang="en-US" sz="1050" dirty="0" err="1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시에만</a:t>
            </a: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색상 </a:t>
            </a:r>
            <a:r>
              <a:rPr lang="en-US" sz="1050" dirty="0" err="1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재계산</a:t>
            </a: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draw에서는 저장값 재사용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3493008"/>
            <a:ext cx="8595360" cy="1298448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274320" y="3493008"/>
            <a:ext cx="54864" cy="1298448"/>
          </a:xfrm>
          <a:prstGeom prst="rect">
            <a:avLst/>
          </a:prstGeom>
          <a:solidFill>
            <a:srgbClr val="F9C8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457200" y="3584448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최적화 ② — DPR 대응 &amp; 반응형 캔버스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57200" y="3968496"/>
            <a:ext cx="8046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ko-KR" alt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픽셀비율 </a:t>
            </a:r>
            <a:r>
              <a:rPr lang="en-US" sz="1050" dirty="0" err="1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배수로</a:t>
            </a: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캔버스 버퍼 확대 → </a:t>
            </a:r>
            <a:r>
              <a:rPr lang="en-US" sz="1050" dirty="0" err="1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디스플레이에서</a:t>
            </a: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선명하게 렌더링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4233672"/>
            <a:ext cx="8046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내부 좌표계 800×500 고정 후 </a:t>
            </a:r>
            <a:r>
              <a:rPr lang="en-US" sz="105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ctx</a:t>
            </a:r>
            <a:r>
              <a:rPr lang="ko-KR" altLang="en-US" sz="105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함수 </a:t>
            </a:r>
            <a:r>
              <a:rPr lang="en-US" sz="1050" dirty="0" err="1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적용</a:t>
            </a: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게임 물리 로직에 영향 없이 고해상도 대응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4498848"/>
            <a:ext cx="8046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창 리사이즈 시 캔버스 래퍼 너비 동적 재계산 — 8:5 비율 유지, 화면 크기에 무관하게 레이아웃 보존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cs typeface="Calibri" pitchFamily="34" charset="-120"/>
              </a:rPr>
              <a:t>8조  |  장현창(물리·FSM)  ·  장혁(상점·스트레스)  ·  김상오(테마·설정)  ·  이준영(아이템)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2888889-e526-4345-a7d1-28ef567de598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82A3B015DD7A9C419D75BA190C04D759" ma:contentTypeVersion="5" ma:contentTypeDescription="새 문서를 만듭니다." ma:contentTypeScope="" ma:versionID="0c7a1ec0cbd0da58b74f3827bcfcf791">
  <xsd:schema xmlns:xsd="http://www.w3.org/2001/XMLSchema" xmlns:xs="http://www.w3.org/2001/XMLSchema" xmlns:p="http://schemas.microsoft.com/office/2006/metadata/properties" xmlns:ns3="b2888889-e526-4345-a7d1-28ef567de598" targetNamespace="http://schemas.microsoft.com/office/2006/metadata/properties" ma:root="true" ma:fieldsID="fe16ab1acf670cd2f07f94ebd5dfe6b9" ns3:_="">
    <xsd:import namespace="b2888889-e526-4345-a7d1-28ef567de59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DateTaken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2888889-e526-4345-a7d1-28ef567de59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A546D2B-5AEF-4094-B978-20A31FF6F41B}">
  <ds:schemaRefs>
    <ds:schemaRef ds:uri="http://purl.org/dc/dcmitype/"/>
    <ds:schemaRef ds:uri="http://schemas.microsoft.com/office/infopath/2007/PartnerControls"/>
    <ds:schemaRef ds:uri="http://purl.org/dc/terms/"/>
    <ds:schemaRef ds:uri="http://schemas.microsoft.com/office/2006/metadata/properties"/>
    <ds:schemaRef ds:uri="http://schemas.microsoft.com/office/2006/documentManagement/types"/>
    <ds:schemaRef ds:uri="http://www.w3.org/XML/1998/namespace"/>
    <ds:schemaRef ds:uri="http://schemas.openxmlformats.org/package/2006/metadata/core-properties"/>
    <ds:schemaRef ds:uri="b2888889-e526-4345-a7d1-28ef567de598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6695E72D-50CD-4B39-B538-DCC00F0B01D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63929B9-2783-41D6-A850-7A262C314C3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2888889-e526-4345-a7d1-28ef567de59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832</Words>
  <Application>Microsoft Office PowerPoint</Application>
  <PresentationFormat>화면 슬라이드 쇼(16:9)</PresentationFormat>
  <Paragraphs>147</Paragraphs>
  <Slides>7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Arial</vt:lpstr>
      <vt:lpstr>Arial Black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행복을 찾아서</dc:title>
  <dc:subject>PptxGenJS Presentation</dc:subject>
  <dc:creator>8조</dc:creator>
  <cp:lastModifiedBy>장현창</cp:lastModifiedBy>
  <cp:revision>5</cp:revision>
  <dcterms:created xsi:type="dcterms:W3CDTF">2026-06-10T07:22:15Z</dcterms:created>
  <dcterms:modified xsi:type="dcterms:W3CDTF">2026-06-10T08:23:45Z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0x01010082A3B015DD7A9C419D75BA190C04D759</vt:lpwstr>
  </property>
</Properties>
</file>